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CHAIDE Y CHAIDE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 de Producción — del plan de Ensamblado al Plan Final, sincronizado con SAP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presentación de proyecto · 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este módulo y qué problema resuelve?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planificación de Forros (fundas, tapas y acolchado de colchones y bases) depende de varios pasos manuales y de cruces de información dispersos en SAP.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Optimizador de Producción centraliza ese flujo en una sola herramienta: desde el plan de Ensamblado (P1) hasta el Plan Final listo para subir a SAP.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para planificar, ajustar y validar capacidad de Forros.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qué se planificó, qué se ajustó y por qué.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 manual al calcular fechas, capacidades y asignación de máquinas.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PLANIFICACIÓN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Ensamblado a Corte y Laminado, en cuatro pasos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base de colchones y bases.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consulta desde aquí.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6974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0574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P1.5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1188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Forro, Tapa y Acolchado.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y se ajusta.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6974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0574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final de Forros,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producción.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26974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28116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4040" y="20574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946404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6404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y Laminado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6404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Abastecimiento aguas abajo,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sincronizado con P2.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57200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tiene su propio horizonte: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automáticamente en días hábiles a partir de la fecha real en que se genera el plan (no de la fecha objetivo), respetando feriados de Ecuador.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DÉFICIT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capacidad no alcanza: PFF y PFM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compara automáticamente P2 (Forros) contra P3 (Corte y Laminado) en la misma fecha, material por material.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déficit, simula un recorte proporcional (por prioridad de balanceo) antes de tocar cualquier plan real.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aplicar el ajuste, el resultado final queda guardado con un nombre propio: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PFF — versión ajustada del plan de Ensamblado.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— versión ajustada del plan de Forros.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control: nunca pueden existir dos planes activos iguales. Si ya hay uno, el sistema pregunta antes de desactivar el anterior y crear el nuevo.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INSTALADA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Turnos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por puesto de trabajo: máquinas activas, personas asignadas y turnos (diurno / nocturno).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capacidad se adapta al tipo de proceso: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número de máquinas — Acolchado, Bordadora, Encintado, Bandas.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número de personas — Interiores, Bases y Corte (procesos manuales; el dato de máquinas ahí es solo informativo).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horas de mantenimiento preventivo programado se descuentan automáticamente de la capacidad disponible de cada puesto.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PRODUCCIÓN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automática por Versión de Fabricación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define, para cada material, en qué máquina debe fabricarse primero (Versión de Fabricación).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reparte automáticamente las órdenes previsionales según esa versión, y equilibra el excedente entre máquinas candidatas cuando una se satura.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hoy a tres grupos, cada uno con su propio botón de un clic: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Acolchado &amp; Tapas (ACH02–13).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Acolchadora de Bandas (ACH11 / ACH12).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Cosedoras RMTB (RMTB1 / RMTB2 / RMTB3).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RMTBM se mantiene aparte, por capacidad, con su propia validación cruzada para no duplicar producción con RMTB3.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Final de Producción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en un solo plan las órdenes ya ajustadas de Acolchado &amp; Tapas, Bandas, Interiores &amp; Corte y Forros Finales.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lista para SAP, en dos formatos: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buSzPct val="10000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y TXT, con las columnas exactas que espera el proceso de SAP (Material, Centro, Tipo de Orden, Fechas, Cantidad, Unidad, Versión de Fabricación).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en base como "PFM - FINAL", con el mismo control de duplicados que el resto de los planes.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fila de detalle por orden real (no un total agregado), conservando qué máquina quedó asignada a cada una.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validada contra SAP real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fechas de cada paso se validan contra datos reales de SAP: zona horaria de Ecuador, días hábiles y feriados oficiales.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consultas de Versión de Fabricación a SAP se hacen con reintentos automáticos y en lotes controlados, para no perder datos por saturación de red.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cruzadas por nombre real de material, para que Acolchado, Tapa y Banda nunca se mezclen entre procesos aunque compartan máquina.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plan se sobrescribe en silencio: si ya existe uno activo, el sistema siempre pregunta antes de reemplazarlo.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cálculo de Versión de Fabricación a Interiores &amp; Corte y Forros Finales, para que el Plan Final salga siempre completo.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 el equipo si Tapas debe tener en el futuro su propia Versión de Fabricación, o seguir dependiendo de su Acolchado gemelo.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en conjunto qué otros procesos podrían beneficiarse del mismo modelo de ajuste automático.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Táctica de Forros — Optimizador de Producción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2026-07-31T05:41:35Z</dcterms:created>
  <dcterms:modified xsi:type="dcterms:W3CDTF">2026-07-31T05:41:35Z</dcterms:modified>
</cp:coreProperties>
</file>